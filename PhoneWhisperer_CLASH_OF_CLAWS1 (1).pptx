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1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presProps" Target="pres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notesMaster" Target="notesMasters/notesMaster1.xml" /><Relationship Id="rId2" Type="http://schemas.openxmlformats.org/officeDocument/2006/relationships/slide" Target="slides/slide1.xml" /><Relationship Id="rId16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theme" Target="theme/theme1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viewProps" Target="view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24621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20040" y="1828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  |  Tech Management, RV COLLEGE OF ENGINEERING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82880" y="694944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CLASH OF THE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645920" y="546354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CLAWS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82880" y="2656332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PhoneWhisperer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82880" y="310896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phone learns your life — so you don't have to manage it.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82880" y="428853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Members: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Abhishek Y 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Bhuvan S G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Shiva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Sushmitha M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675120" y="201168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AI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Automation</a:t>
            </a:r>
            <a:endParaRPr lang="en-US" sz="1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01EF9D-B786-A444-567E-9D7DEC8FEC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-11430"/>
            <a:ext cx="4206240" cy="51435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DE737C9-9159-21CE-0FDC-5711DBFBFCBC}"/>
              </a:ext>
            </a:extLst>
          </p:cNvPr>
          <p:cNvSpPr txBox="1"/>
          <p:nvPr/>
        </p:nvSpPr>
        <p:spPr>
          <a:xfrm>
            <a:off x="182880" y="1583519"/>
            <a:ext cx="72237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 dirty="0">
                <a:solidFill>
                  <a:srgbClr val="FF0000"/>
                </a:solidFill>
                <a:latin typeface="Arial Black" panose="020B0A04020102020204" pitchFamily="34" charset="0"/>
              </a:rPr>
              <a:t>R V College Of </a:t>
            </a:r>
            <a:r>
              <a:rPr lang="en-IN" sz="3000" b="1" dirty="0" err="1">
                <a:solidFill>
                  <a:srgbClr val="FF0000"/>
                </a:solidFill>
                <a:latin typeface="Arial Black" panose="020B0A04020102020204" pitchFamily="34" charset="0"/>
              </a:rPr>
              <a:t>Engineering_</a:t>
            </a:r>
            <a:r>
              <a:rPr lang="en-IN" sz="3000" b="1" dirty="0" err="1">
                <a:solidFill>
                  <a:schemeClr val="tx2">
                    <a:lumMod val="50000"/>
                  </a:schemeClr>
                </a:solidFill>
                <a:latin typeface="Arial Black" panose="020B0A04020102020204" pitchFamily="34" charset="0"/>
              </a:rPr>
              <a:t>AlphaX</a:t>
            </a:r>
            <a:endParaRPr lang="en-IN" sz="3000" b="1" dirty="0">
              <a:solidFill>
                <a:schemeClr val="tx2">
                  <a:lumMod val="50000"/>
                </a:schemeClr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502920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Idea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5720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932688"/>
            <a:ext cx="22860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28600" y="1303020"/>
            <a:ext cx="5120640" cy="34747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342900" indent="-342900">
              <a:buSzPct val="100000"/>
              <a:buFont typeface="Arial"/>
              <a:buChar char="•"/>
            </a:pPr>
            <a:r>
              <a:rPr lang="en-US" sz="1500" b="1" dirty="0">
                <a:solidFill>
                  <a:srgbClr val="2D3748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Theme: </a:t>
            </a:r>
            <a:r>
              <a:rPr lang="en-US" sz="1500" dirty="0">
                <a:solidFill>
                  <a:srgbClr val="21212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Daily Utility in Mobile App</a:t>
            </a:r>
            <a:endParaRPr lang="en-US" sz="1500" dirty="0"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2D3748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Problem: </a:t>
            </a:r>
            <a:r>
              <a:rPr lang="en-US" sz="1500" dirty="0">
                <a:solidFill>
                  <a:srgbClr val="2D3748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You manually manage phone settings (DND, volume, focus modes) dozens of times a day — it's repetitive and mindless.</a:t>
            </a:r>
            <a:endParaRPr lang="en-US" sz="15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2D374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Who faces it: </a:t>
            </a:r>
            <a:r>
              <a:rPr lang="en-US" sz="1500" dirty="0">
                <a:solidFill>
                  <a:srgbClr val="2D374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Every smartphone user — students, professionals, parents — anyone who switches contexts throughout their day.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2D374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Why important: </a:t>
            </a:r>
            <a:r>
              <a:rPr lang="en-US" sz="1500" dirty="0">
                <a:solidFill>
                  <a:srgbClr val="2D374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We lose focus, get interrupted at wrong moments, and waste mental energy on micro-decisions our phone could handle automatically.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Existing automation (IFTTT, Focus Modes) requires YOU to set up rules manually — defeating the purpose.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0" y="640080"/>
            <a:ext cx="3200400" cy="3566160"/>
          </a:xfrm>
          <a:prstGeom prst="rect">
            <a:avLst/>
          </a:prstGeom>
          <a:solidFill>
            <a:srgbClr val="F5F7FA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en-IN" sz="1300" dirty="0"/>
          </a:p>
        </p:txBody>
      </p:sp>
      <p:sp>
        <p:nvSpPr>
          <p:cNvPr id="8" name="Text 6"/>
          <p:cNvSpPr/>
          <p:nvPr/>
        </p:nvSpPr>
        <p:spPr>
          <a:xfrm>
            <a:off x="5806440" y="11887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Target Persona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852160" y="16002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Rahul, 22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852160" y="1874520"/>
            <a:ext cx="283464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/>
                <a:ea typeface="Calibri"/>
                <a:cs typeface="Calibri"/>
              </a:rPr>
              <a:t>Engineering student — silences phone for lectures but forgets to unsilence</a:t>
            </a:r>
            <a:endParaRPr lang="en-US" sz="1100" dirty="0">
              <a:latin typeface="Calibri"/>
              <a:ea typeface="Calibri"/>
              <a:cs typeface="Calibri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852160" y="25146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Priya, 31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852160" y="278892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— needs phone silent in meetings, loud at home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52160" y="34290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Arjun, 45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852160" y="370332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 — wants DND at bedtime, but alarm still rings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502920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Idea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5720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Solution &amp; Gaps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932688"/>
            <a:ext cx="22860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2743200" cy="2103120"/>
          </a:xfrm>
          <a:prstGeom prst="rect">
            <a:avLst/>
          </a:prstGeom>
          <a:solidFill>
            <a:srgbClr val="FFFFFF"/>
          </a:solidFill>
          <a:ln w="15240">
            <a:solidFill>
              <a:srgbClr val="D1D9E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20040" y="1097280"/>
            <a:ext cx="64008" cy="2103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57200" y="130759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IFTTT / Tasker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80060" y="1627632"/>
            <a:ext cx="2514600" cy="1645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Rule-based triggers (if location = work → silent). Requires manual setup of every rule. No learning, no adaptation to behavior change.</a:t>
            </a:r>
            <a:endParaRPr lang="en-US" sz="12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264408" y="1117854"/>
            <a:ext cx="2743200" cy="2103120"/>
          </a:xfrm>
          <a:prstGeom prst="rect">
            <a:avLst/>
          </a:prstGeom>
          <a:solidFill>
            <a:srgbClr val="FFFFFF"/>
          </a:solidFill>
          <a:ln w="15240">
            <a:solidFill>
              <a:srgbClr val="D1D9E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264408" y="1097280"/>
            <a:ext cx="64008" cy="2103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401568" y="1284732"/>
            <a:ext cx="256032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Android Focus Mode</a:t>
            </a:r>
            <a:endParaRPr lang="en-US" sz="11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378708" y="1627632"/>
            <a:ext cx="2514600" cy="1645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200" dirty="0">
                <a:solidFill>
                  <a:srgbClr val="2D3748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Time or app-based schedules. Still manually configured. Does not understand context like 'I'm in a meeting' vs 'I'm just at the office'.</a:t>
            </a:r>
            <a:endParaRPr lang="en-US" sz="12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208776" y="1097280"/>
            <a:ext cx="2743200" cy="2103120"/>
          </a:xfrm>
          <a:prstGeom prst="rect">
            <a:avLst/>
          </a:prstGeom>
          <a:solidFill>
            <a:srgbClr val="FFFFFF"/>
          </a:solidFill>
          <a:ln w="15240">
            <a:solidFill>
              <a:srgbClr val="D1D9E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208776" y="1097280"/>
            <a:ext cx="64008" cy="2103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345936" y="12847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Google / Apple Adaptive Battery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323076" y="1659467"/>
            <a:ext cx="2514600" cy="1645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Optimizes background apps but does NOT manage ringer, DND, or automation rules based on behavioural patterns.</a:t>
            </a:r>
            <a:endParaRPr lang="en-US" sz="12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20040" y="3596640"/>
            <a:ext cx="8503920" cy="1139952"/>
          </a:xfrm>
          <a:prstGeom prst="rect">
            <a:avLst/>
          </a:prstGeom>
          <a:solidFill>
            <a:srgbClr val="FFF3E0"/>
          </a:solidFill>
          <a:ln w="1905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84048" y="36987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🔍  The Gap &amp; Opportunity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57200" y="376732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374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 existing solution passively learns your behaviour and auto-generates rules. PhoneWhisperer fills this gap: observe → cluster → infer rules → execute — all on-device, no cloud, no manual setup.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502920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Idea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5720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Solutions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932688"/>
            <a:ext cx="22860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20040" y="109728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355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What we built: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20040" y="1417320"/>
            <a:ext cx="8503920" cy="685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300" dirty="0">
                <a:solidFill>
                  <a:srgbClr val="2D3748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An Android app that silently observes your phone usage — location, app usage, DND patterns, calendar — clusters that </a:t>
            </a:r>
            <a:r>
              <a:rPr lang="en-US" sz="1300" dirty="0" err="1">
                <a:solidFill>
                  <a:srgbClr val="2D3748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behaviour</a:t>
            </a:r>
            <a:r>
              <a:rPr lang="en-US" sz="1300" dirty="0">
                <a:solidFill>
                  <a:srgbClr val="2D3748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with DBSCAN and uses an on-device LLM (Gemma 2B) and Gemini LLM to generate human-readable automation rules. You approve them. Your phone runs them.</a:t>
            </a:r>
            <a:endParaRPr lang="en-US" sz="13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20040" y="2286000"/>
            <a:ext cx="2743200" cy="2423160"/>
          </a:xfrm>
          <a:prstGeom prst="rect">
            <a:avLst/>
          </a:prstGeom>
          <a:solidFill>
            <a:srgbClr val="FFFFFF"/>
          </a:solidFill>
          <a:ln w="15240">
            <a:solidFill>
              <a:srgbClr val="D1D9E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20040" y="2286000"/>
            <a:ext cx="64008" cy="24231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20040" y="245287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🔍 Passive Observation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0060" y="2835317"/>
            <a:ext cx="2514600" cy="1965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200" dirty="0">
                <a:solidFill>
                  <a:srgbClr val="2D3748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Work Manager collects GPS, app usage, DND events every 15 min — no battery drain, no foreground service.</a:t>
            </a:r>
            <a:endParaRPr lang="en-US" sz="12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264408" y="2286000"/>
            <a:ext cx="2743200" cy="2423160"/>
          </a:xfrm>
          <a:prstGeom prst="rect">
            <a:avLst/>
          </a:prstGeom>
          <a:solidFill>
            <a:srgbClr val="FFFFFF"/>
          </a:solidFill>
          <a:ln w="15240">
            <a:solidFill>
              <a:srgbClr val="D1D9E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264408" y="2286000"/>
            <a:ext cx="64008" cy="24231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312414" y="243459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🧠 On-Device AI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410712" y="2827559"/>
            <a:ext cx="2514600" cy="1965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200" dirty="0">
                <a:solidFill>
                  <a:srgbClr val="2D3748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DBSCAN clusters behaviors patterns. Gemma 2B and </a:t>
            </a:r>
            <a:r>
              <a:rPr lang="en-US" sz="1200" dirty="0" err="1">
                <a:solidFill>
                  <a:srgbClr val="2D3748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Gimini</a:t>
            </a:r>
            <a:r>
              <a:rPr lang="en-US" sz="1200" dirty="0">
                <a:solidFill>
                  <a:srgbClr val="2D3748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LLM model translates clusters into plain-English rules. Zero data leaves your device.</a:t>
            </a:r>
            <a:endParaRPr lang="en-US" sz="12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208776" y="2286000"/>
            <a:ext cx="2743200" cy="2423160"/>
          </a:xfrm>
          <a:prstGeom prst="rect">
            <a:avLst/>
          </a:prstGeom>
          <a:solidFill>
            <a:srgbClr val="FFFFFF"/>
          </a:solidFill>
          <a:ln w="15240">
            <a:solidFill>
              <a:srgbClr val="D1D9E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208776" y="2286000"/>
            <a:ext cx="64008" cy="24231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300216" y="245287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✅ User-Controlled Automation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355080" y="2861102"/>
            <a:ext cx="2686050" cy="19588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200" dirty="0">
                <a:solidFill>
                  <a:srgbClr val="2D3748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Approve/reject rules via a Compose UI. Approved rules execute via OS APIs (DND, Alarm Manager, Audio Manager).</a:t>
            </a:r>
            <a:endParaRPr lang="en-US" sz="12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502920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Idea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5720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/ Product Walkthrough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932688"/>
            <a:ext cx="22860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20040" y="1188720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20040" y="1188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114300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355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Install &amp; Grant Permissions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90956" y="1517904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User installs APK → grants Location + Usage Stats access in Settings → app starts silent background collection.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754880" y="1188720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754880" y="1188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12080" y="114300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355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Observation Phase (7–14 days)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248656" y="1504188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WorkManager runs every 15 min. GPS, app usage, DND toggles, calendar events recorded into Room DB  no UI, no interruption.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20040" y="2423160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20040" y="2423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237744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355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Pattern Detection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77240" y="2670048"/>
            <a:ext cx="3840480" cy="7772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300" dirty="0">
                <a:solidFill>
                  <a:srgbClr val="2D3748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Nightly DBSCAN job clusters events by time + location. Discovers: 'Every weekday 9–10am, you're at college and DND is ON'.</a:t>
            </a:r>
            <a:endParaRPr lang="en-US" sz="13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754880" y="2423160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754880" y="2423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212080" y="237744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355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Rule Generation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212080" y="2670048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Gemma 2B reads cluster stats → generates: 'Automatically enable DND on weekdays 9–10am when at college location.'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20040" y="3657600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20040" y="3657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77240" y="361188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Approval Screen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77240" y="3904488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Jetpack Compose shows rule as a card: title, explanation, toggle. User taps Approve / Reject.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754880" y="3657600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754880" y="3657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212080" y="361188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355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Execution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212080" y="3904488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Approved rules trigger via AlarmManager + AudioManager. Phone manages itself. User never needs to touch it.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502920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Idea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5720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&amp; Architecture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932688"/>
            <a:ext cx="22860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20040" y="11430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355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Tech Stack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20040" y="1508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Language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2011680" y="1508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Kotlin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20040" y="18288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UI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011680" y="1828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Jetpack Compose (Material 3)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20040" y="21488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Database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011680" y="2148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Room DB (SQLite)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20040" y="24688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Background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011680" y="2468880"/>
            <a:ext cx="22860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150" dirty="0">
                <a:solidFill>
                  <a:srgbClr val="2D3748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Work Manager (battery-first)</a:t>
            </a:r>
            <a:endParaRPr lang="en-US" sz="115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20040" y="2788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Location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011680" y="2788920"/>
            <a:ext cx="22860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150" dirty="0">
                <a:solidFill>
                  <a:srgbClr val="2D3748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Google Fused Location Provider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20040" y="31089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AI / Clustering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011680" y="3108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DBSCAN (custom Kotlin impl.)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20040" y="34290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On-Device LLM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2011680" y="3429000"/>
            <a:ext cx="22860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150" dirty="0">
                <a:solidFill>
                  <a:srgbClr val="2D3748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Gemma 2B via Media Pipe / </a:t>
            </a:r>
            <a:r>
              <a:rPr lang="en-US" sz="1150" dirty="0" err="1">
                <a:solidFill>
                  <a:srgbClr val="2D3748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TFLite</a:t>
            </a:r>
            <a:endParaRPr lang="en-US" sz="1150" dirty="0" err="1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20040" y="37490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011680" y="3749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Hilt (Dagger)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20040" y="40690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Min SDK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2011680" y="4069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Android 8 (API 26)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572000" y="11430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Flow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572000" y="1508760"/>
            <a:ext cx="4206240" cy="347472"/>
          </a:xfrm>
          <a:prstGeom prst="rect">
            <a:avLst/>
          </a:prstGeom>
          <a:solidFill>
            <a:srgbClr val="028090"/>
          </a:solidFill>
          <a:ln w="1016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617720" y="1508760"/>
            <a:ext cx="41148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Sensors (GPS, UsageStats, Calendar, DND)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72000" y="1975104"/>
            <a:ext cx="4206240" cy="256032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617720" y="1975104"/>
            <a:ext cx="41148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/>
            <a:r>
              <a:rPr lang="en-US" sz="1100" dirty="0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↓  Background Workers (</a:t>
            </a:r>
            <a:r>
              <a:rPr lang="en-US" sz="1100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Work Manager</a:t>
            </a:r>
            <a:r>
              <a:rPr lang="en-US" sz="1100" dirty="0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, 15 min)</a:t>
            </a:r>
            <a:endParaRPr lang="en-US" sz="1100" dirty="0">
              <a:latin typeface="Calibri"/>
              <a:ea typeface="Calibri"/>
              <a:cs typeface="Calibri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572000" y="2441448"/>
            <a:ext cx="4206240" cy="347472"/>
          </a:xfrm>
          <a:prstGeom prst="rect">
            <a:avLst/>
          </a:prstGeom>
          <a:solidFill>
            <a:srgbClr val="F5F7FA"/>
          </a:solidFill>
          <a:ln w="1016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617720" y="2441448"/>
            <a:ext cx="41148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/>
            <a:r>
              <a:rPr lang="en-US" sz="1150" b="1" dirty="0">
                <a:solidFill>
                  <a:srgbClr val="2D3748"/>
                </a:solidFill>
                <a:latin typeface="Calibri"/>
                <a:ea typeface="Calibri"/>
                <a:cs typeface="Calibri"/>
              </a:rPr>
              <a:t>Room DB (</a:t>
            </a:r>
            <a:r>
              <a:rPr lang="en-US" sz="1150" b="1">
                <a:solidFill>
                  <a:srgbClr val="2D3748"/>
                </a:solidFill>
                <a:latin typeface="Calibri"/>
                <a:ea typeface="Calibri"/>
                <a:cs typeface="Calibri"/>
              </a:rPr>
              <a:t>Behavior Event</a:t>
            </a:r>
            <a:r>
              <a:rPr lang="en-US" sz="1150" b="1" dirty="0">
                <a:solidFill>
                  <a:srgbClr val="2D3748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150" b="1">
                <a:solidFill>
                  <a:srgbClr val="2D3748"/>
                </a:solidFill>
                <a:latin typeface="Calibri"/>
                <a:ea typeface="Calibri"/>
                <a:cs typeface="Calibri"/>
              </a:rPr>
              <a:t>Location Event, App Usage Event</a:t>
            </a:r>
            <a:r>
              <a:rPr lang="en-US" sz="1150" b="1" dirty="0">
                <a:solidFill>
                  <a:srgbClr val="2D3748"/>
                </a:solidFill>
                <a:latin typeface="Calibri"/>
                <a:ea typeface="Calibri"/>
                <a:cs typeface="Calibri"/>
              </a:rPr>
              <a:t>)</a:t>
            </a:r>
            <a:endParaRPr lang="en-US" sz="1150" dirty="0">
              <a:latin typeface="Calibri"/>
              <a:ea typeface="Calibri"/>
              <a:cs typeface="Calibri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572000" y="2907792"/>
            <a:ext cx="4206240" cy="256032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617720" y="2907792"/>
            <a:ext cx="41148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Nightly DBSCAN Clustering Engine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0" y="3374136"/>
            <a:ext cx="4206240" cy="347472"/>
          </a:xfrm>
          <a:prstGeom prst="rect">
            <a:avLst/>
          </a:prstGeom>
          <a:solidFill>
            <a:srgbClr val="F5F7FA"/>
          </a:solidFill>
          <a:ln w="1016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617720" y="3374136"/>
            <a:ext cx="41148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Gemma 2B → Human-readable Rules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572000" y="3840480"/>
            <a:ext cx="4206240" cy="256032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617720" y="3840480"/>
            <a:ext cx="41148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Jetpack Compose UI (Rule Approval Cards)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0" y="4306824"/>
            <a:ext cx="4206240" cy="347472"/>
          </a:xfrm>
          <a:prstGeom prst="rect">
            <a:avLst/>
          </a:prstGeom>
          <a:solidFill>
            <a:srgbClr val="028090"/>
          </a:solidFill>
          <a:ln w="1016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4617720" y="4306824"/>
            <a:ext cx="41148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/>
            <a:r>
              <a:rPr lang="en-US" sz="115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OS Executors (DND, Alarm Manager, </a:t>
            </a:r>
            <a:r>
              <a:rPr lang="en-US" sz="1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Audio Manager</a:t>
            </a:r>
            <a:r>
              <a:rPr lang="en-US" sz="115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)</a:t>
            </a:r>
            <a:endParaRPr lang="en-US" sz="115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502920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Idea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5720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Use cases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932688"/>
            <a:ext cx="22860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4206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20040" y="1097280"/>
            <a:ext cx="420624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11480" y="11155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📚 College Student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11480" y="1545336"/>
            <a:ext cx="40233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Scenario: Rahul attends 9am lectures daily. PhoneWhisperer detects he's always at college on weekdays 9–11am with DND on.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11480" y="2103120"/>
            <a:ext cx="40233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05F6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✅ Auto-enables DND + silences ringer every weekday morning. He never misses a lecture because of a notification again.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754880" y="1097280"/>
            <a:ext cx="4206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754880" y="1097280"/>
            <a:ext cx="420624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846320" y="11155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💼 Corporate Professional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846320" y="1536192"/>
            <a:ext cx="40233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Scenario: Priya has recurring 3pm team standup. App sees she enables Focus Mode every day at 3pm from the same office GPS cluster.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846320" y="2103120"/>
            <a:ext cx="40233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05F6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✅ Auto-triggers Focus Mode + blocks non-urgent notifications every 3–3:30pm. Zero manual effort.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20040" y="3017520"/>
            <a:ext cx="420624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11480" y="303580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🌙 Night Routine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11480" y="3429000"/>
            <a:ext cx="4023360" cy="6217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050" dirty="0">
                <a:solidFill>
                  <a:srgbClr val="64748B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Scenario: Shiva plugs in his phone at 10:30pm every night. App observes plug-in + 10:30pm → DND always enabled next.</a:t>
            </a:r>
            <a:endParaRPr lang="en-US" sz="105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11480" y="4023360"/>
            <a:ext cx="40233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05F6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✅ Auto-enables DND at 10:30pm when phone is charging. Alarm still rings through (allowlisted).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754880" y="3017520"/>
            <a:ext cx="4206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754880" y="3017520"/>
            <a:ext cx="420624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846320" y="303580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🏥 Hospital / Exam Hall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846320" y="3438144"/>
            <a:ext cx="40233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Scenario: User enters a new GPS cluster (hospital) and always manually silences within 2 minutes.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846320" y="4023360"/>
            <a:ext cx="40233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05F6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✅ After 3 visits, PhoneWhisperer generates rule: 'Silent mode at this location'. Suggests it for approval.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20040" y="4736592"/>
            <a:ext cx="8503920" cy="22860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57200" y="473659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Potential: 4.7B smartphone users worldwide → universal need for context-aware automation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502920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Idea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5720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932688"/>
            <a:ext cx="22860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20040" y="109728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our solution stands out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1966263"/>
              </p:ext>
            </p:extLst>
          </p:nvPr>
        </p:nvGraphicFramePr>
        <p:xfrm>
          <a:off x="320040" y="1508760"/>
          <a:ext cx="8503920" cy="219456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IFTTT / Tasker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 Modes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PhoneWhisperer ✅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F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Setup required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Manual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Manual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5F6B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Zero — passive learning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Learns behaviour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5F6B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 — DBSCAN clusters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On-device / Private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Cloud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On-device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5F6B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100% On-device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Understands context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Basic triggers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Time/apps only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5F6B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Location + time + app + calendar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approval flow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5F6B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 — transparent AI decisions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320040" y="384048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355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1–2 Strong MOAT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6"/>
          <p:cNvSpPr/>
          <p:nvPr/>
        </p:nvSpPr>
        <p:spPr>
          <a:xfrm>
            <a:off x="320040" y="4160520"/>
            <a:ext cx="4206240" cy="80467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47133" y="416780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🔒  Privacy MOAT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57200" y="4408086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Everything runs on-device. No behaviour data ever leaves the phone. Unlike IFTTT/Google Assistant which send data to the cloud. In an era of data privacy concerns, this is a genuine differentiator.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4754880" y="4166109"/>
            <a:ext cx="4206240" cy="80467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4754880" y="4166109"/>
            <a:ext cx="3931920" cy="2560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 b="1" dirty="0">
                <a:solidFill>
                  <a:srgbClr val="02809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🧠  Behavioral Learning MOAT</a:t>
            </a:r>
            <a:endParaRPr lang="en-US" sz="12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4892040" y="4422141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longer a user keeps the app, the better it gets. Competitors need manual rule updates; PhoneWhisperer self-improves by re-clustering as new patterns emerge. Data flywheel is entirely personal.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502920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Idea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5720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Link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932688"/>
            <a:ext cx="22860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85039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1480" y="1234440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📂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05840" y="123444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355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GitHub Repo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05840" y="158191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u="sng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https://github.com/AbhiLight07/PhoneWhisperer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2331720"/>
            <a:ext cx="85039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11480" y="2377440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🎬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005840" y="237744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355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Demo Video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05839" y="2724912"/>
            <a:ext cx="614002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u="sng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https://drive.google.com/file/d/1xE48HP4OG3h2zF5IGnoLXQYr-ixkicHU/view?usp=drivesdk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3474720"/>
            <a:ext cx="85039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11480" y="3520440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📄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005840" y="352044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355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Document Submitted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05840" y="3867912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/>
              <a:t>https://1drv.ms/w/c/4ef2be9b001db815/IQBEBry5gNIyRoTkVnAyoqwDAcI-lc54xH6SNmCSr2UWa6o?e=pusuYm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502920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Idea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5720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&lt;Brownie Slide&gt;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932688"/>
            <a:ext cx="22860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20040" y="109728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355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AI Disclosure + GitHub Checklist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20040" y="1463040"/>
            <a:ext cx="4206240" cy="3383280"/>
          </a:xfrm>
          <a:prstGeom prst="rect">
            <a:avLst/>
          </a:prstGeom>
          <a:solidFill>
            <a:srgbClr val="F5F7FA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🤖  AI Disclosure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663440" y="1463040"/>
            <a:ext cx="4206240" cy="3383280"/>
          </a:xfrm>
          <a:prstGeom prst="rect">
            <a:avLst/>
          </a:prstGeom>
          <a:solidFill>
            <a:srgbClr val="F5F7FA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800600" y="155448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✅  GitHub Submission Checklist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800600" y="1920240"/>
            <a:ext cx="39319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 ] Project Video Demo (walkthrough + solution explanation)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 ] Complete Source Code (Kotlin, all modules)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 ] README.md (Problem, Solution, Setup, Usage instructions)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 ] AI Disclosure (how Gemma 2B + DBSCAN + Claude used)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 ] PPT (this file — in the required format)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 ] APK file (debug build for evaluation)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44B034E5-55E8-B28D-DCFC-3252057D2B3E}"/>
              </a:ext>
            </a:extLst>
          </p:cNvPr>
          <p:cNvSpPr/>
          <p:nvPr/>
        </p:nvSpPr>
        <p:spPr>
          <a:xfrm>
            <a:off x="453838" y="1918760"/>
            <a:ext cx="4116817" cy="2743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2D3748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Gemma 2B (Google):</a:t>
            </a:r>
            <a:r>
              <a:rPr lang="en-US" sz="1100" dirty="0">
                <a:solidFill>
                  <a:srgbClr val="2D3748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On-device LLM for converting DBSCAN cluster stats into plain-English automation rules</a:t>
            </a:r>
            <a:endParaRPr lang="en-US" sz="11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Font typeface="Arial,Sans-Serif"/>
              <a:buChar char="•"/>
            </a:pPr>
            <a:r>
              <a:rPr lang="en-US" sz="1100" b="1" dirty="0">
                <a:solidFill>
                  <a:srgbClr val="2D3748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Android Studio: </a:t>
            </a:r>
            <a:r>
              <a:rPr lang="en-US" sz="1100" dirty="0">
                <a:solidFill>
                  <a:srgbClr val="2D3748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The core Integrated Development Environment (IDE) used for coding, compiling, and testing the Android application</a:t>
            </a:r>
            <a:endParaRPr lang="en-US" sz="1100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342900" indent="-342900">
              <a:buFont typeface="Arial,Sans-Serif"/>
              <a:buChar char="•"/>
            </a:pPr>
            <a:r>
              <a:rPr lang="en-US" sz="1100" b="1" dirty="0">
                <a:solidFill>
                  <a:srgbClr val="2D3748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Anti-Gravity:</a:t>
            </a:r>
            <a:r>
              <a:rPr lang="en-US" sz="1100" dirty="0">
                <a:solidFill>
                  <a:srgbClr val="2D3748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Utilized alongside Android Studio during the development phase to streamline project workflow and implementation.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2D3748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DBSCAN:</a:t>
            </a:r>
            <a:r>
              <a:rPr lang="en-US" sz="1100" dirty="0">
                <a:solidFill>
                  <a:srgbClr val="2D3748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Custom Kotlin implementation for unsupervised clustering of GPS + time + app usage vectors</a:t>
            </a:r>
            <a:endParaRPr lang="en-US" sz="11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2D3748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Claude AI (Anthropic):</a:t>
            </a:r>
            <a:r>
              <a:rPr lang="en-US" sz="1100" dirty="0">
                <a:solidFill>
                  <a:srgbClr val="2D3748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Used during development for architecture brainstorming, code scaffolding &amp; debugging</a:t>
            </a:r>
            <a:endParaRPr lang="en-US" sz="11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 user data is sent to any external AI API — all inference runs on the user's device</a:t>
            </a:r>
          </a:p>
          <a:p>
            <a:pPr marL="342900" indent="-342900">
              <a:buSzPct val="100000"/>
              <a:buFont typeface="Arial"/>
              <a:buChar char="•"/>
            </a:pPr>
            <a:endParaRPr lang="en-US" sz="1100" dirty="0">
              <a:solidFill>
                <a:srgbClr val="2D3748"/>
              </a:solidFill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1351</Words>
  <Application>Microsoft Office PowerPoint</Application>
  <PresentationFormat>On-screen Show (16:9)</PresentationFormat>
  <Paragraphs>181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PhoneWhisperer - CLASH OF THE CLAWS</dc:title>
  <dc:subject>PptxGenJS Presentation</dc:subject>
  <dc:creator>PptxGenJS</dc:creator>
  <cp:lastModifiedBy>bhuvansg0369@gmail.com</cp:lastModifiedBy>
  <cp:revision>193</cp:revision>
  <dcterms:created xsi:type="dcterms:W3CDTF">2026-05-07T18:10:07Z</dcterms:created>
  <dcterms:modified xsi:type="dcterms:W3CDTF">2026-05-08T18:02:31Z</dcterms:modified>
</cp:coreProperties>
</file>